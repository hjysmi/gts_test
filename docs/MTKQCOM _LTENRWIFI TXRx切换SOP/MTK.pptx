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1511" r:id="rId3"/>
    <p:sldId id="1513" r:id="rId4"/>
    <p:sldId id="1514" r:id="rId5"/>
    <p:sldId id="151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3AA87-7753-6429-BBCD-5A92734AF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4F5CC2-11A1-9FAD-FCE9-90736DA0F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0B8BE-6CC2-9DC4-E16B-31CB0FC2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300C9-9DA3-781F-0230-7E5B6DCF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27632E-3B7D-342E-3039-9400306A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68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1418E-E653-23BB-E93E-880C8812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8009F-5844-874D-3B3E-780A96F24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2DA89-B569-2B7F-A840-0726A12B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6C3D32-456A-829E-DCB0-21D2734D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D27D64-D569-DD2C-87F2-FB48F9D6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84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CD645-08FA-B3B4-565D-89D4C7B3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49627B-2544-5876-F9A4-6BA2B0776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2F322-D060-2CA6-3898-BED2069C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4B08D2-9D0F-F69C-30FD-241B69A4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E7416-F907-5A7D-1D0B-9E9474FE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47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B42B9-9B5D-B51C-A298-0415A9CB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2A175-9AD4-DFF4-7520-FD9C7ACA4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39744B-E811-15F6-C8E3-E190675A8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2CACF0-C7BE-8E74-7B9F-5E332548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512D6-FC07-4D7D-CB92-8922CDD6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D91819-0590-474D-A473-04BD3380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27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53764-F71E-7503-B829-1F8D38288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54BC1B-E16D-EAB4-B11B-88CAEC2F1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A65CC1-F3A0-38D5-8F7E-B173CDC0D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A06733-00BD-7329-FC5F-926BE08D0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CED66A-F11C-7CFD-9840-DF8687231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8E9174-D4B7-E4E2-366E-18A123EE8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95E72A-9505-054C-21F2-DD46F396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2B039E-E66E-AFBA-535E-01AFE23C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61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88720-E7A9-35C2-AAA6-AD648F82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6539A6-8DE0-F689-D306-7EE41B9D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93D606-1405-2217-A4FB-12585263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606AA3-6A91-0FE0-014B-5E67D5CB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7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AE2F6B-F2DD-5335-2C9C-E3AC7FB8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BE9FF1-8095-9767-5C21-B0DB8761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39239F-E8A7-28CC-20A1-DE910B0A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86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7516B-9B18-5A89-E561-1D0A5C96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D00446-C91F-A1B2-7586-A862A8D3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EE2C7-A268-E800-1938-AD1432270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419410-597D-D2F9-73C5-DE7DE2DE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66347E-7AD3-7DC5-6DA3-79B4FFFF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BABE3F-855A-A3F2-CF18-C58DB167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05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A2DA1-724E-DF25-D658-1A7147E8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023F30-FFCA-B757-15B5-D9345AE9A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632431-5240-96E3-D736-B56579E16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695135-0E83-844B-3A08-B4DAA862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F99154-F67A-8E92-105D-B10B1248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7C4A0C-56F8-8B2A-C912-EADA6F41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69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1903A-5C9E-5DF1-F76F-F5785183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DC185D-938A-46CE-7748-A931E92F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F95269-D6D9-37A1-0374-28029347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2D7F4-7230-C6F2-60B7-95908EB3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11284B-A529-18C7-0F4D-D1F78C36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779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94E404-B2BD-EE3D-B249-15A42FAF5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6AD385-3667-BDA0-C1CB-5B39088AF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2DF472-38D2-CC3C-11B5-907E6DD8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16DA8-12BF-1D30-4914-F781CFB6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5EFB0E-D613-4529-3E26-A78034D1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99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EDF1BA-BDFF-D8C5-4A5D-E9E2D7DB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19034-A46F-E49D-5255-657B80C98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4DC41-10E1-E950-E89B-D2249A085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63E51-53A4-4305-AC73-502B5925539D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169210-9764-D8DA-F785-9B7793F18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DEA52-4E06-E9D0-2117-2CE3F2D7A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BBC55-AAC5-4BD3-BC22-F8018634F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98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2OAP0ZZmTWytwi_F7tu2dRPktaKCgQD29X-A6NqNAY0/edit?gid=0#gid=0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F6FD2-A0CD-A4C1-AAD2-9592B7E55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MTK/QCOM </a:t>
            </a:r>
            <a:br>
              <a:rPr lang="en-US" altLang="zh-CN" dirty="0"/>
            </a:br>
            <a:r>
              <a:rPr lang="en-US" altLang="zh-CN" dirty="0"/>
              <a:t>LTE/NR/WIFI TX/Rx</a:t>
            </a:r>
            <a:r>
              <a:rPr lang="zh-CN" altLang="en-US" dirty="0"/>
              <a:t>切换</a:t>
            </a:r>
            <a:r>
              <a:rPr lang="en-US" altLang="zh-CN" dirty="0"/>
              <a:t>SOP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992FE4-D491-EE94-BA52-C9867E1DE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626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081A851-6531-8C6C-36F0-B7C42C74092E}"/>
              </a:ext>
            </a:extLst>
          </p:cNvPr>
          <p:cNvSpPr txBox="1"/>
          <p:nvPr/>
        </p:nvSpPr>
        <p:spPr>
          <a:xfrm>
            <a:off x="279918" y="195942"/>
            <a:ext cx="2874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MTK LTE Tx0/1/2/3 </a:t>
            </a:r>
            <a:r>
              <a:rPr lang="zh-CN" altLang="en-US" sz="1400" b="1" dirty="0"/>
              <a:t>天线切换方式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9EB59C-80AE-79B1-267D-9774F4CEDA45}"/>
              </a:ext>
            </a:extLst>
          </p:cNvPr>
          <p:cNvSpPr txBox="1"/>
          <p:nvPr/>
        </p:nvSpPr>
        <p:spPr>
          <a:xfrm>
            <a:off x="279918" y="565274"/>
            <a:ext cx="839845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*#*#4636#*#*</a:t>
            </a:r>
            <a:r>
              <a:rPr lang="zh-CN" altLang="en-US" sz="1400" dirty="0"/>
              <a:t>，点击</a:t>
            </a:r>
            <a:r>
              <a:rPr lang="en-US" altLang="zh-CN" sz="1400" dirty="0"/>
              <a:t>Phone information</a:t>
            </a:r>
            <a:r>
              <a:rPr lang="zh-CN" altLang="en-US" sz="1400" dirty="0"/>
              <a:t>，在</a:t>
            </a:r>
            <a:r>
              <a:rPr lang="en-US" altLang="zh-CN" sz="1400" dirty="0"/>
              <a:t>Set Preferred Network Type</a:t>
            </a:r>
            <a:r>
              <a:rPr lang="zh-CN" altLang="en-US" sz="1400" dirty="0"/>
              <a:t>选择：</a:t>
            </a:r>
            <a:r>
              <a:rPr lang="en-US" altLang="zh-CN" sz="1400" dirty="0"/>
              <a:t>LTE Only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*#*#3646633#*#*</a:t>
            </a:r>
            <a:r>
              <a:rPr lang="zh-CN" altLang="en-US" sz="1400" dirty="0"/>
              <a:t>，进入开发者模式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Antenna</a:t>
            </a:r>
            <a:r>
              <a:rPr lang="zh-CN" altLang="en-US" sz="1400" dirty="0"/>
              <a:t>；点击</a:t>
            </a:r>
            <a:r>
              <a:rPr lang="en-US" altLang="zh-CN" sz="1400" dirty="0"/>
              <a:t>Antenna Force</a:t>
            </a:r>
            <a:r>
              <a:rPr lang="zh-CN" altLang="en-US" sz="1400" dirty="0"/>
              <a:t>；选择</a:t>
            </a:r>
            <a:r>
              <a:rPr lang="en-US" altLang="zh-CN" sz="1400" dirty="0"/>
              <a:t>SIM</a:t>
            </a:r>
            <a:r>
              <a:rPr lang="zh-CN" altLang="en-US" sz="1400" dirty="0"/>
              <a:t>卡</a:t>
            </a:r>
            <a:r>
              <a:rPr lang="en-US" altLang="zh-CN" sz="1400" dirty="0"/>
              <a:t>1/2</a:t>
            </a:r>
            <a:r>
              <a:rPr lang="zh-CN" altLang="en-US" sz="1400" dirty="0"/>
              <a:t>（只支持单卡不用选）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Antenna Force </a:t>
            </a:r>
            <a:r>
              <a:rPr lang="zh-CN" altLang="en-US" sz="1400" dirty="0"/>
              <a:t>页面设定如下：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Force ANT Mode-Enable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TAS Rat-LTE(</a:t>
            </a:r>
            <a:r>
              <a:rPr lang="zh-CN" altLang="en-US" sz="1400" dirty="0"/>
              <a:t>测</a:t>
            </a:r>
            <a:r>
              <a:rPr lang="en-US" altLang="zh-CN" sz="1400" dirty="0"/>
              <a:t>LTE FDD Band</a:t>
            </a:r>
            <a:r>
              <a:rPr lang="zh-CN" altLang="en-US" sz="1400" dirty="0"/>
              <a:t>选</a:t>
            </a:r>
            <a:r>
              <a:rPr lang="en-US" altLang="zh-CN" sz="1400" dirty="0"/>
              <a:t>)/LTE TDD (</a:t>
            </a:r>
            <a:r>
              <a:rPr lang="zh-CN" altLang="en-US" sz="1400" dirty="0"/>
              <a:t>测</a:t>
            </a:r>
            <a:r>
              <a:rPr lang="en-US" altLang="zh-CN" sz="1400" dirty="0"/>
              <a:t>LTE TDD Band</a:t>
            </a:r>
            <a:r>
              <a:rPr lang="zh-CN" altLang="en-US" sz="1400" dirty="0"/>
              <a:t>选</a:t>
            </a:r>
            <a:r>
              <a:rPr lang="en-US" altLang="zh-CN" sz="1400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TAS band-</a:t>
            </a:r>
            <a:r>
              <a:rPr lang="zh-CN" altLang="en-US" sz="1400" dirty="0"/>
              <a:t>输入测试</a:t>
            </a:r>
            <a:r>
              <a:rPr lang="en-US" altLang="zh-CN" sz="1400" dirty="0"/>
              <a:t>band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Tx TAS State-</a:t>
            </a:r>
            <a:r>
              <a:rPr lang="zh-CN" altLang="en-US" sz="1400" dirty="0"/>
              <a:t>根据</a:t>
            </a:r>
            <a:r>
              <a:rPr lang="en-US" altLang="zh-CN" sz="1400" dirty="0"/>
              <a:t>RF</a:t>
            </a:r>
            <a:r>
              <a:rPr lang="zh-CN" altLang="en-US" sz="1400" dirty="0"/>
              <a:t>给的每个</a:t>
            </a:r>
            <a:r>
              <a:rPr lang="en-US" altLang="zh-CN" sz="1400" dirty="0"/>
              <a:t>band</a:t>
            </a:r>
            <a:r>
              <a:rPr lang="zh-CN" altLang="en-US" sz="1400" dirty="0"/>
              <a:t>切</a:t>
            </a:r>
            <a:r>
              <a:rPr lang="en-US" altLang="zh-CN" sz="1400" dirty="0"/>
              <a:t>Tx0/1/2/3</a:t>
            </a:r>
            <a:r>
              <a:rPr lang="zh-CN" altLang="en-US" sz="1400" dirty="0"/>
              <a:t>的方式设定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Rx TAS State</a:t>
            </a:r>
            <a:r>
              <a:rPr lang="zh-CN" altLang="en-US" sz="1400" dirty="0"/>
              <a:t>（选</a:t>
            </a:r>
            <a:r>
              <a:rPr lang="en-US" altLang="zh-CN" sz="1400" dirty="0"/>
              <a:t>LTE TDD</a:t>
            </a:r>
            <a:r>
              <a:rPr lang="zh-CN" altLang="en-US" sz="1400" dirty="0"/>
              <a:t>会出现）</a:t>
            </a:r>
            <a:r>
              <a:rPr lang="en-US" altLang="zh-CN" sz="1400" dirty="0"/>
              <a:t>-</a:t>
            </a:r>
            <a:r>
              <a:rPr lang="zh-CN" altLang="en-US" sz="1400" dirty="0"/>
              <a:t>根据</a:t>
            </a:r>
            <a:r>
              <a:rPr lang="en-US" altLang="zh-CN" sz="1400" dirty="0"/>
              <a:t>RF</a:t>
            </a:r>
            <a:r>
              <a:rPr lang="zh-CN" altLang="en-US" sz="1400" dirty="0"/>
              <a:t>给的每个</a:t>
            </a:r>
            <a:r>
              <a:rPr lang="en-US" altLang="zh-CN" sz="1400" dirty="0"/>
              <a:t>band</a:t>
            </a:r>
            <a:r>
              <a:rPr lang="zh-CN" altLang="en-US" sz="1400" dirty="0"/>
              <a:t>切</a:t>
            </a:r>
            <a:r>
              <a:rPr lang="en-US" altLang="zh-CN" sz="1400" dirty="0"/>
              <a:t>Tx0/1/2/3</a:t>
            </a:r>
            <a:r>
              <a:rPr lang="zh-CN" altLang="en-US" sz="1400" dirty="0"/>
              <a:t>的方式设定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TTPS TX port-</a:t>
            </a:r>
            <a:r>
              <a:rPr lang="zh-CN" altLang="en-US" sz="1400" dirty="0"/>
              <a:t>打勾，根据</a:t>
            </a:r>
            <a:r>
              <a:rPr lang="en-US" altLang="zh-CN" sz="1400" dirty="0"/>
              <a:t>RF</a:t>
            </a:r>
            <a:r>
              <a:rPr lang="zh-CN" altLang="en-US" sz="1400" dirty="0"/>
              <a:t>给的每个</a:t>
            </a:r>
            <a:r>
              <a:rPr lang="en-US" altLang="zh-CN" sz="1400" dirty="0"/>
              <a:t>band</a:t>
            </a:r>
            <a:r>
              <a:rPr lang="zh-CN" altLang="en-US" sz="1400" dirty="0"/>
              <a:t>切</a:t>
            </a:r>
            <a:r>
              <a:rPr lang="en-US" altLang="zh-CN" sz="1400" dirty="0"/>
              <a:t>Tx0/1/2/3</a:t>
            </a:r>
            <a:r>
              <a:rPr lang="zh-CN" altLang="en-US" sz="1400" dirty="0"/>
              <a:t>的方式设定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set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页面出现</a:t>
            </a:r>
            <a:r>
              <a:rPr lang="en-US" altLang="zh-CN" sz="1400" dirty="0"/>
              <a:t>success</a:t>
            </a:r>
            <a:r>
              <a:rPr lang="zh-CN" altLang="en-US" sz="1400" dirty="0"/>
              <a:t>信息</a:t>
            </a:r>
            <a:endParaRPr lang="en-US" altLang="zh-CN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46E0A0-20DF-CA31-3B73-1C2E967C42E1}"/>
              </a:ext>
            </a:extLst>
          </p:cNvPr>
          <p:cNvSpPr txBox="1"/>
          <p:nvPr/>
        </p:nvSpPr>
        <p:spPr>
          <a:xfrm>
            <a:off x="9570875" y="253071"/>
            <a:ext cx="1476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hlinkClick r:id="rId2"/>
              </a:rPr>
              <a:t>RF Setting Link</a:t>
            </a:r>
            <a:endParaRPr lang="zh-CN" altLang="en-US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4B55D0-61CE-F5D1-D8FF-CE9B86DE312F}"/>
              </a:ext>
            </a:extLst>
          </p:cNvPr>
          <p:cNvSpPr txBox="1"/>
          <p:nvPr/>
        </p:nvSpPr>
        <p:spPr>
          <a:xfrm>
            <a:off x="8923176" y="560848"/>
            <a:ext cx="3187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每个项目需要找</a:t>
            </a:r>
            <a:r>
              <a:rPr lang="en-US" altLang="zh-CN" sz="1400" b="1" dirty="0"/>
              <a:t>RF</a:t>
            </a:r>
            <a:r>
              <a:rPr lang="zh-CN" altLang="en-US" sz="1400" b="1" dirty="0"/>
              <a:t>确认。</a:t>
            </a:r>
            <a:endParaRPr lang="en-US" altLang="zh-CN" sz="1400" b="1" dirty="0"/>
          </a:p>
          <a:p>
            <a:r>
              <a:rPr lang="en-US" altLang="zh-CN" sz="1400" b="1" dirty="0"/>
              <a:t>TX0</a:t>
            </a:r>
            <a:r>
              <a:rPr lang="zh-CN" altLang="en-US" sz="1400" b="1" dirty="0"/>
              <a:t>可以重启手机直接测，不需要设定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D33054-61CE-4332-5F84-674DD6C54134}"/>
              </a:ext>
            </a:extLst>
          </p:cNvPr>
          <p:cNvSpPr txBox="1"/>
          <p:nvPr/>
        </p:nvSpPr>
        <p:spPr>
          <a:xfrm>
            <a:off x="279917" y="3304485"/>
            <a:ext cx="2844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MTK NR Tx0/1/2/3 </a:t>
            </a:r>
            <a:r>
              <a:rPr lang="zh-CN" altLang="en-US" sz="1400" b="1" dirty="0"/>
              <a:t>天线切换方式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467AB2-4533-87B6-88C4-936FCC576AD3}"/>
              </a:ext>
            </a:extLst>
          </p:cNvPr>
          <p:cNvSpPr txBox="1"/>
          <p:nvPr/>
        </p:nvSpPr>
        <p:spPr>
          <a:xfrm>
            <a:off x="279917" y="3673817"/>
            <a:ext cx="836799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*#*#4636#*#*</a:t>
            </a:r>
            <a:r>
              <a:rPr lang="zh-CN" altLang="en-US" sz="1400" dirty="0"/>
              <a:t>，点击</a:t>
            </a:r>
            <a:r>
              <a:rPr lang="en-US" altLang="zh-CN" sz="1400" dirty="0"/>
              <a:t>Phone information</a:t>
            </a:r>
            <a:r>
              <a:rPr lang="zh-CN" altLang="en-US" sz="1400" dirty="0"/>
              <a:t>，在</a:t>
            </a:r>
            <a:r>
              <a:rPr lang="en-US" altLang="zh-CN" sz="1400" dirty="0"/>
              <a:t>Set Preferred Network Type</a:t>
            </a:r>
            <a:r>
              <a:rPr lang="zh-CN" altLang="en-US" sz="1400" dirty="0"/>
              <a:t>选择：</a:t>
            </a:r>
            <a:r>
              <a:rPr lang="en-US" altLang="zh-CN" sz="1400" dirty="0"/>
              <a:t>NR Only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*#*#3646633#*#*</a:t>
            </a:r>
            <a:r>
              <a:rPr lang="zh-CN" altLang="en-US" sz="1400" dirty="0"/>
              <a:t>，进入开发者模式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Antenna</a:t>
            </a:r>
            <a:r>
              <a:rPr lang="zh-CN" altLang="en-US" sz="1400" dirty="0"/>
              <a:t>；点击</a:t>
            </a:r>
            <a:r>
              <a:rPr lang="en-US" altLang="zh-CN" sz="1400" dirty="0"/>
              <a:t>Antenna Force</a:t>
            </a:r>
            <a:r>
              <a:rPr lang="zh-CN" altLang="en-US" sz="1400" dirty="0"/>
              <a:t>；选择</a:t>
            </a:r>
            <a:r>
              <a:rPr lang="en-US" altLang="zh-CN" sz="1400" dirty="0"/>
              <a:t>SIM</a:t>
            </a:r>
            <a:r>
              <a:rPr lang="zh-CN" altLang="en-US" sz="1400" dirty="0"/>
              <a:t>卡</a:t>
            </a:r>
            <a:r>
              <a:rPr lang="en-US" altLang="zh-CN" sz="1400" dirty="0"/>
              <a:t>1/2</a:t>
            </a:r>
            <a:r>
              <a:rPr lang="zh-CN" altLang="en-US" sz="1400" dirty="0"/>
              <a:t>（只支持单卡不用选）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Antenna Force </a:t>
            </a:r>
            <a:r>
              <a:rPr lang="zh-CN" altLang="en-US" sz="1400" dirty="0"/>
              <a:t>页面设定如下：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Force ANT Mode-Enable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TAS Rat-NR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TAS band-</a:t>
            </a:r>
            <a:r>
              <a:rPr lang="zh-CN" altLang="en-US" sz="1400" dirty="0"/>
              <a:t>输入测试</a:t>
            </a:r>
            <a:r>
              <a:rPr lang="en-US" altLang="zh-CN" sz="1400" dirty="0"/>
              <a:t>band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Tx TAS State/ Rx TAS State-</a:t>
            </a:r>
            <a:r>
              <a:rPr lang="zh-CN" altLang="en-US" sz="1400" dirty="0"/>
              <a:t>根据</a:t>
            </a:r>
            <a:r>
              <a:rPr lang="en-US" altLang="zh-CN" sz="1400" dirty="0"/>
              <a:t>RF</a:t>
            </a:r>
            <a:r>
              <a:rPr lang="zh-CN" altLang="en-US" sz="1400" dirty="0"/>
              <a:t>给的每个</a:t>
            </a:r>
            <a:r>
              <a:rPr lang="en-US" altLang="zh-CN" sz="1400" dirty="0"/>
              <a:t>band</a:t>
            </a:r>
            <a:r>
              <a:rPr lang="zh-CN" altLang="en-US" sz="1400" dirty="0"/>
              <a:t>切</a:t>
            </a:r>
            <a:r>
              <a:rPr lang="en-US" altLang="zh-CN" sz="1400" dirty="0"/>
              <a:t>Tx0/1/2/3</a:t>
            </a:r>
            <a:r>
              <a:rPr lang="zh-CN" altLang="en-US" sz="1400" dirty="0"/>
              <a:t>的方式设定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400" dirty="0"/>
              <a:t>TTPS TX port-</a:t>
            </a:r>
            <a:r>
              <a:rPr lang="zh-CN" altLang="en-US" sz="1400" dirty="0"/>
              <a:t>打勾，根据</a:t>
            </a:r>
            <a:r>
              <a:rPr lang="en-US" altLang="zh-CN" sz="1400" dirty="0"/>
              <a:t>RF</a:t>
            </a:r>
            <a:r>
              <a:rPr lang="zh-CN" altLang="en-US" sz="1400" dirty="0"/>
              <a:t>给的每个</a:t>
            </a:r>
            <a:r>
              <a:rPr lang="en-US" altLang="zh-CN" sz="1400" dirty="0"/>
              <a:t>band</a:t>
            </a:r>
            <a:r>
              <a:rPr lang="zh-CN" altLang="en-US" sz="1400" dirty="0"/>
              <a:t>切</a:t>
            </a:r>
            <a:r>
              <a:rPr lang="en-US" altLang="zh-CN" sz="1400" dirty="0"/>
              <a:t>Tx0/1/2/3</a:t>
            </a:r>
            <a:r>
              <a:rPr lang="zh-CN" altLang="en-US" sz="1400" dirty="0"/>
              <a:t>的方式设定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set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页面出现</a:t>
            </a:r>
            <a:r>
              <a:rPr lang="en-US" altLang="zh-CN" sz="1400" dirty="0"/>
              <a:t>success</a:t>
            </a:r>
            <a:r>
              <a:rPr lang="zh-CN" altLang="en-US" sz="1400" dirty="0"/>
              <a:t>信息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87525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B8B4-7E2C-A3DA-EAD7-8A3B8B81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1C137D-4942-0714-F93C-ACBC7A4BEE7F}"/>
              </a:ext>
            </a:extLst>
          </p:cNvPr>
          <p:cNvSpPr txBox="1"/>
          <p:nvPr/>
        </p:nvSpPr>
        <p:spPr>
          <a:xfrm>
            <a:off x="279918" y="195942"/>
            <a:ext cx="6125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MTK LTE/NR Rx0/1/2/3 </a:t>
            </a:r>
            <a:r>
              <a:rPr lang="zh-CN" altLang="en-US" sz="1400" b="1" dirty="0"/>
              <a:t>天线切换方式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建议每个项目先确认一次第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步切法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535F91-48C2-09A9-9238-590E608C9B3E}"/>
              </a:ext>
            </a:extLst>
          </p:cNvPr>
          <p:cNvSpPr txBox="1"/>
          <p:nvPr/>
        </p:nvSpPr>
        <p:spPr>
          <a:xfrm>
            <a:off x="279918" y="565274"/>
            <a:ext cx="114206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*#*#4636#*#*</a:t>
            </a:r>
            <a:r>
              <a:rPr lang="zh-CN" altLang="en-US" sz="1400" dirty="0"/>
              <a:t>，点击</a:t>
            </a:r>
            <a:r>
              <a:rPr lang="en-US" altLang="zh-CN" sz="1400" dirty="0"/>
              <a:t>Phone information</a:t>
            </a:r>
            <a:r>
              <a:rPr lang="zh-CN" altLang="en-US" sz="1400" dirty="0"/>
              <a:t>，在</a:t>
            </a:r>
            <a:r>
              <a:rPr lang="en-US" altLang="zh-CN" sz="1400" dirty="0"/>
              <a:t>Set Preferred Network Type</a:t>
            </a:r>
            <a:r>
              <a:rPr lang="zh-CN" altLang="en-US" sz="1400" dirty="0"/>
              <a:t>选择：</a:t>
            </a:r>
            <a:r>
              <a:rPr lang="en-US" altLang="zh-CN" sz="1400" dirty="0"/>
              <a:t>LTE Only/NR Only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*#*#3646633#*#*</a:t>
            </a:r>
            <a:r>
              <a:rPr lang="zh-CN" altLang="en-US" sz="1400" dirty="0"/>
              <a:t>，进入开发者模式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Antenna</a:t>
            </a:r>
            <a:r>
              <a:rPr lang="zh-CN" altLang="en-US" sz="1400" dirty="0"/>
              <a:t>；点击</a:t>
            </a:r>
            <a:r>
              <a:rPr lang="en-US" altLang="zh-CN" sz="1400" dirty="0"/>
              <a:t>Antenna Rx Test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Antenna Rx Test </a:t>
            </a:r>
            <a:r>
              <a:rPr lang="zh-CN" altLang="en-US" sz="1400" dirty="0"/>
              <a:t>页面设定如下：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400" dirty="0"/>
              <a:t>第一行选择：</a:t>
            </a:r>
            <a:r>
              <a:rPr lang="en-US" altLang="zh-CN" sz="1400" dirty="0"/>
              <a:t>Antenna Test</a:t>
            </a:r>
            <a:r>
              <a:rPr lang="zh-CN" altLang="en-US" sz="1400" dirty="0"/>
              <a:t>（</a:t>
            </a:r>
            <a:r>
              <a:rPr lang="en-US" altLang="zh-CN" sz="1400" dirty="0"/>
              <a:t>4G</a:t>
            </a:r>
            <a:r>
              <a:rPr lang="zh-CN" altLang="en-US" sz="1400" dirty="0"/>
              <a:t>）或</a:t>
            </a:r>
            <a:r>
              <a:rPr lang="en-US" altLang="zh-CN" sz="1400" dirty="0"/>
              <a:t>Antenna Test</a:t>
            </a:r>
            <a:r>
              <a:rPr lang="zh-CN" altLang="en-US" sz="1400" dirty="0"/>
              <a:t>（</a:t>
            </a:r>
            <a:r>
              <a:rPr lang="en-US" altLang="zh-CN" sz="1400" dirty="0"/>
              <a:t>NR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400" dirty="0"/>
              <a:t>第一行 </a:t>
            </a:r>
            <a:r>
              <a:rPr lang="en-US" altLang="zh-CN" sz="1400" dirty="0"/>
              <a:t>True </a:t>
            </a:r>
            <a:r>
              <a:rPr lang="zh-CN" altLang="en-US" sz="1400" dirty="0"/>
              <a:t>第二行</a:t>
            </a:r>
            <a:r>
              <a:rPr lang="en-US" altLang="zh-CN" sz="1400" dirty="0"/>
              <a:t>False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400" dirty="0"/>
              <a:t>测</a:t>
            </a:r>
            <a:r>
              <a:rPr lang="en-US" altLang="zh-CN" sz="1400" dirty="0"/>
              <a:t>Combine</a:t>
            </a:r>
            <a:r>
              <a:rPr lang="zh-CN" altLang="en-US" sz="1400" dirty="0"/>
              <a:t>时，所有</a:t>
            </a:r>
            <a:r>
              <a:rPr lang="en-US" altLang="zh-CN" sz="1400" dirty="0"/>
              <a:t>rx1/2/3/4</a:t>
            </a:r>
            <a:r>
              <a:rPr lang="zh-CN" altLang="en-US" sz="1400" dirty="0"/>
              <a:t>都勾选；测</a:t>
            </a:r>
            <a:r>
              <a:rPr lang="en-US" altLang="zh-CN" sz="1400" dirty="0"/>
              <a:t>Rx0</a:t>
            </a:r>
            <a:r>
              <a:rPr lang="zh-CN" altLang="en-US" sz="1400" dirty="0"/>
              <a:t>时，勾选</a:t>
            </a:r>
            <a:r>
              <a:rPr lang="en-US" altLang="zh-CN" sz="1400" dirty="0"/>
              <a:t>4</a:t>
            </a:r>
            <a:r>
              <a:rPr lang="zh-CN" altLang="en-US" sz="1400" dirty="0"/>
              <a:t>个</a:t>
            </a:r>
            <a:r>
              <a:rPr lang="en-US" altLang="zh-CN" sz="1400" dirty="0"/>
              <a:t>rx1</a:t>
            </a:r>
            <a:r>
              <a:rPr lang="zh-CN" altLang="en-US" sz="1400" dirty="0"/>
              <a:t>；测</a:t>
            </a:r>
            <a:r>
              <a:rPr lang="en-US" altLang="zh-CN" sz="1400" dirty="0"/>
              <a:t>Rx1</a:t>
            </a:r>
            <a:r>
              <a:rPr lang="zh-CN" altLang="en-US" sz="1400" dirty="0"/>
              <a:t>时，勾选</a:t>
            </a:r>
            <a:r>
              <a:rPr lang="en-US" altLang="zh-CN" sz="1400" dirty="0"/>
              <a:t>4</a:t>
            </a:r>
            <a:r>
              <a:rPr lang="zh-CN" altLang="en-US" sz="1400" dirty="0"/>
              <a:t>个</a:t>
            </a:r>
            <a:r>
              <a:rPr lang="en-US" altLang="zh-CN" sz="1400" dirty="0"/>
              <a:t>rx2</a:t>
            </a:r>
            <a:r>
              <a:rPr lang="zh-CN" altLang="en-US" sz="1400" dirty="0"/>
              <a:t>；测</a:t>
            </a:r>
            <a:r>
              <a:rPr lang="en-US" altLang="zh-CN" sz="1400" dirty="0"/>
              <a:t>Rx2</a:t>
            </a:r>
            <a:r>
              <a:rPr lang="zh-CN" altLang="en-US" sz="1400" dirty="0"/>
              <a:t>时，勾选</a:t>
            </a:r>
            <a:r>
              <a:rPr lang="en-US" altLang="zh-CN" sz="1400" dirty="0"/>
              <a:t>rx1+rx3+rx1+rx3 </a:t>
            </a:r>
            <a:r>
              <a:rPr lang="zh-CN" altLang="en-US" sz="1400" dirty="0"/>
              <a:t>；测</a:t>
            </a:r>
            <a:r>
              <a:rPr lang="en-US" altLang="zh-CN" sz="1400" dirty="0"/>
              <a:t>Rx3</a:t>
            </a:r>
            <a:r>
              <a:rPr lang="zh-CN" altLang="en-US" sz="1400" dirty="0"/>
              <a:t>时，勾选</a:t>
            </a:r>
            <a:r>
              <a:rPr lang="en-US" altLang="zh-CN" sz="1400" dirty="0"/>
              <a:t>rx1+rx4+rx1+rx4 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write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页面出现</a:t>
            </a:r>
            <a:r>
              <a:rPr lang="en-US" altLang="zh-CN" sz="1400" dirty="0"/>
              <a:t>success</a:t>
            </a:r>
            <a:r>
              <a:rPr lang="zh-CN" altLang="en-US" sz="1400" dirty="0"/>
              <a:t>信息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44799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DFD3D60-D8E9-3E4F-3244-413A3F6A9794}"/>
              </a:ext>
            </a:extLst>
          </p:cNvPr>
          <p:cNvSpPr txBox="1"/>
          <p:nvPr/>
        </p:nvSpPr>
        <p:spPr>
          <a:xfrm>
            <a:off x="279918" y="195942"/>
            <a:ext cx="6561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QCOM LTE/NR Tx0/1/2/3 </a:t>
            </a:r>
            <a:r>
              <a:rPr lang="zh-CN" altLang="en-US" sz="1400" b="1" dirty="0"/>
              <a:t>天线切换方式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须研发人员先刷软件，工厂软件不支持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B14BBD-1631-7A94-7F50-72F92844B3E2}"/>
              </a:ext>
            </a:extLst>
          </p:cNvPr>
          <p:cNvSpPr txBox="1"/>
          <p:nvPr/>
        </p:nvSpPr>
        <p:spPr>
          <a:xfrm>
            <a:off x="279918" y="2559698"/>
            <a:ext cx="3050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QCOM LTE Rx0/1/2/3 </a:t>
            </a:r>
            <a:r>
              <a:rPr lang="zh-CN" altLang="en-US" sz="1400" b="1" dirty="0"/>
              <a:t>天线切换方式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8A1B49-CE02-B498-68B6-E144677C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8" y="3131403"/>
            <a:ext cx="1371719" cy="6325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9546BB-87AF-5EC6-DE99-4CFEAE2B9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379" y="3000775"/>
            <a:ext cx="1455546" cy="1084735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956D3B-9233-9595-CEBD-5939A64D9A6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129003" y="3340360"/>
            <a:ext cx="261376" cy="2027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B189B31-BE58-3A67-1238-EA71CEDC7BF3}"/>
              </a:ext>
            </a:extLst>
          </p:cNvPr>
          <p:cNvGrpSpPr/>
          <p:nvPr/>
        </p:nvGrpSpPr>
        <p:grpSpPr>
          <a:xfrm>
            <a:off x="5943600" y="2472612"/>
            <a:ext cx="6248400" cy="3312367"/>
            <a:chOff x="5011250" y="2453258"/>
            <a:chExt cx="7180750" cy="440474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48CA2B1-24A4-694B-CCD5-0798C0D70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5302" y="2453258"/>
              <a:ext cx="6896698" cy="4404742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E0147BF-FDAF-A706-7ACB-EA61EDEFA662}"/>
                </a:ext>
              </a:extLst>
            </p:cNvPr>
            <p:cNvSpPr/>
            <p:nvPr/>
          </p:nvSpPr>
          <p:spPr>
            <a:xfrm>
              <a:off x="5351009" y="3680481"/>
              <a:ext cx="2010843" cy="2600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6BEEB0E-354D-AD9F-ACEF-7E02C559A3A4}"/>
                </a:ext>
              </a:extLst>
            </p:cNvPr>
            <p:cNvSpPr/>
            <p:nvPr/>
          </p:nvSpPr>
          <p:spPr>
            <a:xfrm>
              <a:off x="5351008" y="2676849"/>
              <a:ext cx="3727677" cy="2600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5E9EC73-AA46-510B-91E4-F4958019480C}"/>
                </a:ext>
              </a:extLst>
            </p:cNvPr>
            <p:cNvSpPr/>
            <p:nvPr/>
          </p:nvSpPr>
          <p:spPr>
            <a:xfrm>
              <a:off x="8367907" y="4706931"/>
              <a:ext cx="710779" cy="13000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0765ED6-4C87-EB63-1545-89528A6E1947}"/>
                </a:ext>
              </a:extLst>
            </p:cNvPr>
            <p:cNvSpPr/>
            <p:nvPr/>
          </p:nvSpPr>
          <p:spPr>
            <a:xfrm>
              <a:off x="10022535" y="3680481"/>
              <a:ext cx="1379473" cy="154528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E00EA33-C37E-870C-6166-4BB2937D7534}"/>
                </a:ext>
              </a:extLst>
            </p:cNvPr>
            <p:cNvSpPr txBox="1"/>
            <p:nvPr/>
          </p:nvSpPr>
          <p:spPr>
            <a:xfrm>
              <a:off x="5011250" y="265296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1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7506C24-59E7-0C6E-22D2-C0BDF42882FA}"/>
                </a:ext>
              </a:extLst>
            </p:cNvPr>
            <p:cNvSpPr txBox="1"/>
            <p:nvPr/>
          </p:nvSpPr>
          <p:spPr>
            <a:xfrm>
              <a:off x="5066957" y="365659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2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7BF0D79-433F-BE64-F894-E36DBA5C68FD}"/>
                </a:ext>
              </a:extLst>
            </p:cNvPr>
            <p:cNvSpPr txBox="1"/>
            <p:nvPr/>
          </p:nvSpPr>
          <p:spPr>
            <a:xfrm>
              <a:off x="8083855" y="461804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3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B5A729F-F9DA-1B62-9E5A-5A37644440DA}"/>
                </a:ext>
              </a:extLst>
            </p:cNvPr>
            <p:cNvSpPr txBox="1"/>
            <p:nvPr/>
          </p:nvSpPr>
          <p:spPr>
            <a:xfrm>
              <a:off x="11117956" y="381048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4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B0D15D29-85F7-0D54-39F9-D0E0A0E52602}"/>
              </a:ext>
            </a:extLst>
          </p:cNvPr>
          <p:cNvSpPr txBox="1"/>
          <p:nvPr/>
        </p:nvSpPr>
        <p:spPr>
          <a:xfrm>
            <a:off x="3489757" y="2559698"/>
            <a:ext cx="26016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400" dirty="0"/>
              <a:t>打开</a:t>
            </a:r>
            <a:r>
              <a:rPr lang="en-US" altLang="zh-CN" sz="1400" dirty="0"/>
              <a:t>PCAT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连接</a:t>
            </a:r>
            <a:r>
              <a:rPr lang="en-US" altLang="zh-CN" sz="1400" dirty="0"/>
              <a:t>device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EFS Explorer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Nv-item files-modem-lte-ML1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删除</a:t>
            </a:r>
            <a:r>
              <a:rPr lang="en-US" altLang="zh-CN" sz="1400" dirty="0"/>
              <a:t>4</a:t>
            </a:r>
            <a:r>
              <a:rPr lang="zh-CN" altLang="en-US" sz="1400" dirty="0"/>
              <a:t>里面所有内容</a:t>
            </a:r>
            <a:endParaRPr lang="en-US" altLang="zh-CN" sz="1400" dirty="0"/>
          </a:p>
          <a:p>
            <a:pPr marL="857250" lvl="1" indent="-400050">
              <a:buFont typeface="+mj-lt"/>
              <a:buAutoNum type="alphaLcPeriod"/>
            </a:pPr>
            <a:r>
              <a:rPr lang="en-US" altLang="zh-CN" sz="1400" dirty="0"/>
              <a:t>Combion-ML1</a:t>
            </a:r>
            <a:r>
              <a:rPr lang="zh-CN" altLang="en-US" sz="1400" dirty="0"/>
              <a:t>为空</a:t>
            </a:r>
            <a:endParaRPr lang="en-US" altLang="zh-CN" sz="1400" dirty="0"/>
          </a:p>
          <a:p>
            <a:pPr marL="857250" lvl="1" indent="-400050">
              <a:buFont typeface="+mj-lt"/>
              <a:buAutoNum type="alphaLcPeriod"/>
            </a:pPr>
            <a:r>
              <a:rPr lang="en-US" altLang="zh-CN" sz="1400" dirty="0"/>
              <a:t>Rx0/1/2/3-</a:t>
            </a:r>
            <a:r>
              <a:rPr lang="zh-CN" altLang="en-US" sz="1400" dirty="0"/>
              <a:t>将左边对应文件夹中的</a:t>
            </a:r>
            <a:r>
              <a:rPr lang="en-US" altLang="zh-CN" sz="1400" dirty="0"/>
              <a:t>Rx select</a:t>
            </a:r>
            <a:r>
              <a:rPr lang="zh-CN" altLang="en-US" sz="1400" dirty="0"/>
              <a:t>文件拖入</a:t>
            </a:r>
            <a:r>
              <a:rPr lang="en-US" altLang="zh-CN" sz="1400" dirty="0"/>
              <a:t>4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重启手机</a:t>
            </a:r>
            <a:endParaRPr lang="en-US" altLang="zh-CN" sz="14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B17B7F9-2AC0-060C-888D-27B99286248D}"/>
              </a:ext>
            </a:extLst>
          </p:cNvPr>
          <p:cNvSpPr txBox="1"/>
          <p:nvPr/>
        </p:nvSpPr>
        <p:spPr>
          <a:xfrm>
            <a:off x="279918" y="565274"/>
            <a:ext cx="911018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*#*#4636#*#*</a:t>
            </a:r>
            <a:r>
              <a:rPr lang="zh-CN" altLang="en-US" sz="1400" dirty="0"/>
              <a:t>，点击</a:t>
            </a:r>
            <a:r>
              <a:rPr lang="en-US" altLang="zh-CN" sz="1400" dirty="0"/>
              <a:t>Phone information</a:t>
            </a:r>
            <a:r>
              <a:rPr lang="zh-CN" altLang="en-US" sz="1400" dirty="0"/>
              <a:t>，在</a:t>
            </a:r>
            <a:r>
              <a:rPr lang="en-US" altLang="zh-CN" sz="1400" dirty="0"/>
              <a:t>Set Preferred Network Type</a:t>
            </a:r>
            <a:r>
              <a:rPr lang="zh-CN" altLang="en-US" sz="1400" dirty="0"/>
              <a:t>选择：</a:t>
            </a:r>
            <a:r>
              <a:rPr lang="en-US" altLang="zh-CN" sz="1400" dirty="0"/>
              <a:t>LTE Only/NR Only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拨号键输入：</a:t>
            </a:r>
            <a:r>
              <a:rPr lang="en-US" altLang="zh-CN" sz="1400" dirty="0"/>
              <a:t>*#*#2486#*#*</a:t>
            </a:r>
            <a:r>
              <a:rPr lang="zh-CN" altLang="en-US" sz="1400" dirty="0"/>
              <a:t>，进入</a:t>
            </a:r>
            <a:r>
              <a:rPr lang="en-US" altLang="zh-CN" sz="1400" dirty="0"/>
              <a:t>CQA</a:t>
            </a:r>
            <a:r>
              <a:rPr lang="zh-CN" altLang="en-US" sz="1400" dirty="0"/>
              <a:t>模式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CQA MENU Mode</a:t>
            </a:r>
            <a:r>
              <a:rPr lang="zh-CN" altLang="en-US" sz="1400" dirty="0"/>
              <a:t>；点击</a:t>
            </a:r>
            <a:r>
              <a:rPr lang="en-US" altLang="zh-CN" sz="1400" dirty="0"/>
              <a:t>Ant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Config 0/1/2/3 </a:t>
            </a:r>
            <a:r>
              <a:rPr lang="zh-CN" altLang="en-US" sz="1400" dirty="0"/>
              <a:t>分别代表</a:t>
            </a:r>
            <a:r>
              <a:rPr lang="en-US" altLang="zh-CN" sz="1400" dirty="0"/>
              <a:t>Tx0/1/2/3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点击</a:t>
            </a:r>
            <a:r>
              <a:rPr lang="en-US" altLang="zh-CN" sz="1400" dirty="0"/>
              <a:t>set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页面出现</a:t>
            </a:r>
            <a:r>
              <a:rPr lang="en-US" altLang="zh-CN" sz="1400" dirty="0"/>
              <a:t>success</a:t>
            </a:r>
            <a:r>
              <a:rPr lang="zh-CN" altLang="en-US" sz="1400" dirty="0"/>
              <a:t>信息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重启</a:t>
            </a:r>
            <a:endParaRPr lang="en-US" altLang="zh-CN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A920775-E59E-2FEE-AE36-4AC3F85AC52F}"/>
              </a:ext>
            </a:extLst>
          </p:cNvPr>
          <p:cNvSpPr txBox="1"/>
          <p:nvPr/>
        </p:nvSpPr>
        <p:spPr>
          <a:xfrm>
            <a:off x="279918" y="5259355"/>
            <a:ext cx="5663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QCOM NR Rx0/1/2/3 </a:t>
            </a:r>
            <a:r>
              <a:rPr lang="zh-CN" altLang="en-US" sz="1400" b="1" dirty="0"/>
              <a:t>天线切换方式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类似</a:t>
            </a:r>
            <a:r>
              <a:rPr lang="en-US" altLang="zh-CN" sz="1400" b="1" dirty="0"/>
              <a:t>LTE</a:t>
            </a:r>
            <a:r>
              <a:rPr lang="zh-CN" altLang="en-US" sz="1400" b="1" dirty="0"/>
              <a:t>，但根据项目变动，目前先不做定义</a:t>
            </a:r>
          </a:p>
        </p:txBody>
      </p:sp>
    </p:spTree>
    <p:extLst>
      <p:ext uri="{BB962C8B-B14F-4D97-AF65-F5344CB8AC3E}">
        <p14:creationId xmlns:p14="http://schemas.microsoft.com/office/powerpoint/2010/main" val="329517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E2D628-F3BE-6A3D-9122-BE17A021C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06" y="2514095"/>
            <a:ext cx="7513971" cy="3353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DD3510-6C1D-15A9-BBE9-EBEA3DA10A28}"/>
              </a:ext>
            </a:extLst>
          </p:cNvPr>
          <p:cNvSpPr txBox="1"/>
          <p:nvPr/>
        </p:nvSpPr>
        <p:spPr>
          <a:xfrm>
            <a:off x="279918" y="268782"/>
            <a:ext cx="72042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WIFI CH0/CH1 </a:t>
            </a:r>
            <a:r>
              <a:rPr lang="zh-CN" altLang="en-US" sz="1400" b="1" dirty="0"/>
              <a:t>切换方式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不同的项目需要跟</a:t>
            </a:r>
            <a:r>
              <a:rPr lang="en-US" altLang="zh-CN" sz="1400" b="1" dirty="0" err="1"/>
              <a:t>longhai</a:t>
            </a:r>
            <a:r>
              <a:rPr lang="zh-CN" altLang="en-US" sz="1400" b="1" dirty="0"/>
              <a:t>确认指令及</a:t>
            </a:r>
            <a:r>
              <a:rPr lang="en-US" altLang="zh-CN" sz="1400" b="1" dirty="0"/>
              <a:t>bin</a:t>
            </a:r>
            <a:r>
              <a:rPr lang="zh-CN" altLang="en-US" sz="1400" b="1" dirty="0"/>
              <a:t>档，下面以</a:t>
            </a:r>
            <a:r>
              <a:rPr lang="en-US" altLang="zh-CN" sz="1400" b="1" dirty="0"/>
              <a:t>Artura</a:t>
            </a:r>
            <a:r>
              <a:rPr lang="zh-CN" altLang="en-US" sz="1400" b="1" dirty="0"/>
              <a:t>为例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917CC2-A71A-3401-D22F-B050DAAC2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18" y="997581"/>
            <a:ext cx="2347420" cy="9603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BD53C01-BB13-3415-6618-F6E33FF0B49C}"/>
              </a:ext>
            </a:extLst>
          </p:cNvPr>
          <p:cNvSpPr txBox="1"/>
          <p:nvPr/>
        </p:nvSpPr>
        <p:spPr>
          <a:xfrm>
            <a:off x="2595107" y="928889"/>
            <a:ext cx="995785" cy="1029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/>
              <a:t>CH0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/>
              <a:t>CH0+CH1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/>
              <a:t>CH1</a:t>
            </a:r>
            <a:endParaRPr lang="zh-CN" altLang="en-US" sz="14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AB2B70-5778-E072-72FD-D5678BFB689A}"/>
              </a:ext>
            </a:extLst>
          </p:cNvPr>
          <p:cNvSpPr/>
          <p:nvPr/>
        </p:nvSpPr>
        <p:spPr>
          <a:xfrm>
            <a:off x="1061884" y="2681749"/>
            <a:ext cx="5338916" cy="167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2DC016-432F-82E0-EC93-ADADC0A70928}"/>
              </a:ext>
            </a:extLst>
          </p:cNvPr>
          <p:cNvSpPr txBox="1"/>
          <p:nvPr/>
        </p:nvSpPr>
        <p:spPr>
          <a:xfrm>
            <a:off x="3731342" y="2360206"/>
            <a:ext cx="1340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bin</a:t>
            </a:r>
            <a:r>
              <a:rPr lang="zh-CN" altLang="en-US" sz="1400" b="1" dirty="0"/>
              <a:t>档存放位置</a:t>
            </a:r>
          </a:p>
        </p:txBody>
      </p:sp>
    </p:spTree>
    <p:extLst>
      <p:ext uri="{BB962C8B-B14F-4D97-AF65-F5344CB8AC3E}">
        <p14:creationId xmlns:p14="http://schemas.microsoft.com/office/powerpoint/2010/main" val="261408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801</Words>
  <Application>Microsoft Office PowerPoint</Application>
  <PresentationFormat>宽屏</PresentationFormat>
  <Paragraphs>66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MTK/QCOM  LTE/NR/WIFI TX/Rx切换SOP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Xiaolei XL6 Ren</dc:creator>
  <cp:lastModifiedBy>Xiaolei XL6 Ren</cp:lastModifiedBy>
  <cp:revision>1</cp:revision>
  <dcterms:created xsi:type="dcterms:W3CDTF">2026-09-14T06:55:44Z</dcterms:created>
  <dcterms:modified xsi:type="dcterms:W3CDTF">2026-09-14T07:00:36Z</dcterms:modified>
</cp:coreProperties>
</file>